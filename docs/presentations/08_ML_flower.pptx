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9b9817e6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9b9817e6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9b9817e6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9b9817e6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9b9817e6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9b9817e6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9b9817e6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9b9817e6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9b9817e6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9b9817e6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9b9817e6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9b9817e6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9b9817e6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19b9817e6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9b9817e63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9b9817e63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9b9817e63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9b9817e63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95133" y="2390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 Bioinformatics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96975" y="1771775"/>
            <a:ext cx="3133800" cy="21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Supervised, Unsupervised, and Semi-Supervised Learning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Applications in Bioinformatics and Healthcare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AlphaFold and Federated Learning with Quantum Computing</a:t>
            </a:r>
            <a:endParaRPr sz="1200"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123" y="1619600"/>
            <a:ext cx="5205624" cy="297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Learning: Foundations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778775" y="1800200"/>
            <a:ext cx="3623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Supervised learning relies on labeled datasets (inputs and outcomes)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Models optimize by minimizing a loss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Applications: Disease classification, risk prediction, biomarker discovery</a:t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3862525"/>
            <a:ext cx="2856100" cy="7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170" y="3803775"/>
            <a:ext cx="2896900" cy="6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0025" y="1497275"/>
            <a:ext cx="4301274" cy="215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Applications</a:t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819150" y="1990725"/>
            <a:ext cx="3712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Binary classification of diseases: cancer vs. healthy.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Key components: weights, features, bias, sigmoid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 Predicting Type 2 diabetes risk using SNP data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245" y="1515445"/>
            <a:ext cx="4021825" cy="2753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5227925" y="4301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https://doi.org/10.1038/srep43709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Gradient Boosted Trees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4870875" y="2955325"/>
            <a:ext cx="3753000" cy="16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Ensemble models refine decision trees iteratively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Combine loss function and regularization for complex relationships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 Predicting protein-protein interactions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50" y="1800200"/>
            <a:ext cx="4267201" cy="205951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2632275" y="2531350"/>
            <a:ext cx="223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From: </a:t>
            </a:r>
            <a:r>
              <a:rPr lang="en" sz="700"/>
              <a:t>https://doi.org/10.3389/fgene.2019.00459</a:t>
            </a:r>
            <a:endParaRPr sz="700"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874" y="1800199"/>
            <a:ext cx="3975875" cy="9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upport Vector Machines (SVMs)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87570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Effective for high-dimensional datasets like gene expression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Separates data with a hyperplane, maximizing margins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Applications: Cancer classification, functional genomic elements, SNP risk prediction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225" y="2782325"/>
            <a:ext cx="42553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00" y="3037225"/>
            <a:ext cx="3943401" cy="13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Learning: PCA and t-SNE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649525" y="1652575"/>
            <a:ext cx="4589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Identifies hidden patterns without predefined labels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PCA reduces dimensionality, t-SNE visualizes complex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 Revealing tumor heterogeneity in single-cell RNA-Seq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175" y="1576500"/>
            <a:ext cx="3258600" cy="292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75" y="3062338"/>
            <a:ext cx="43624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892425" y="522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Semi-Supervised Learning: Graph Neural Networks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569325" y="1514150"/>
            <a:ext cx="4172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Semi supervised learning c</a:t>
            </a:r>
            <a:r>
              <a:rPr lang="en"/>
              <a:t>ombines labeled and unlabeled data for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Graph Neural Networks (GNNs): Nodes as data points, edges as relationships.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Example: Drug repurposing for Alzheimer’s using GNNs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76" y="3543450"/>
            <a:ext cx="3745075" cy="67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875" y="1319938"/>
            <a:ext cx="3886599" cy="283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363625" y="42650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https://doi.org/10.1038/s41598-021-02353-5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819150" y="482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AlphaFold: Revolutionizing Protein Folding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520300" y="1565950"/>
            <a:ext cx="2727000" cy="26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</a:t>
            </a:r>
            <a:r>
              <a:rPr lang="en"/>
              <a:t>rocess by which a linear chain of amino acids folds into a specific three-dimensional structure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Predicted protein structures from sequences with near-experimental accuracy.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Combines MSAs, neural networks, and structural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Application: Alzheimer’s and cancer target identification.</a:t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172" y="1174550"/>
            <a:ext cx="5111475" cy="326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878950" y="4512325"/>
            <a:ext cx="374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https://doi.org/10.1038/s41586-021-03819-2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819150" y="484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Federated Learning with Quantum Computing</a:t>
            </a:r>
            <a:endParaRPr/>
          </a:p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492750" y="1045375"/>
            <a:ext cx="4604400" cy="24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Collaborative training without data sharing—privacy-preserving AI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Quantum computing accelerates optimization, enhancing performance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Applications: GWAS, drug discovery, multi-center clinical studies</a:t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175" y="1339225"/>
            <a:ext cx="3175676" cy="8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00" y="2519350"/>
            <a:ext cx="8280226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201900" y="4450850"/>
            <a:ext cx="8740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Example of a quantum federated learning framework based on quanvolutional neural network for an identification of chest related diseases collaboratively in healthcare sector Comprising n-quantum training models on their local data, and an aggregator (central server) receiving local model updates and producing a global model</a:t>
            </a:r>
            <a:endParaRPr sz="850">
              <a:solidFill>
                <a:srgbClr val="26262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26262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From: https://iopscience.iop.org/article/10.1088/2058-9565/acfc61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754525" y="4706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Shaping the Future of Bioinformatics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2013000" y="1287975"/>
            <a:ext cx="5118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From clustering to supervised and semi-supervised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Integrating AlphaFold, federated learning, and quantum computing.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Redefining biology and healthcare with machine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Next week: Networks based approaches i</a:t>
            </a:r>
            <a:r>
              <a:rPr lang="en"/>
              <a:t>n</a:t>
            </a:r>
            <a:r>
              <a:rPr lang="en"/>
              <a:t> Drug Repositioning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575" y="2531347"/>
            <a:ext cx="4137975" cy="22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